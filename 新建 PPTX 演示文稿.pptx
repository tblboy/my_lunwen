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" name="组合 47"/>
          <p:cNvGrpSpPr/>
          <p:nvPr/>
        </p:nvGrpSpPr>
        <p:grpSpPr>
          <a:xfrm>
            <a:off x="929005" y="158750"/>
            <a:ext cx="10085070" cy="6502400"/>
            <a:chOff x="1627" y="0"/>
            <a:chExt cx="14941" cy="10800"/>
          </a:xfrm>
        </p:grpSpPr>
        <p:pic>
          <p:nvPicPr>
            <p:cNvPr id="5" name="图片 4" descr="Figure3_page1_HD"/>
            <p:cNvPicPr>
              <a:picLocks noChangeAspect="1"/>
            </p:cNvPicPr>
            <p:nvPr/>
          </p:nvPicPr>
          <p:blipFill>
            <a:blip r:embed="rId1"/>
            <a:srcRect l="5082" t="4545" r="5474" b="2898"/>
            <a:stretch>
              <a:fillRect/>
            </a:stretch>
          </p:blipFill>
          <p:spPr>
            <a:xfrm>
              <a:off x="1627" y="0"/>
              <a:ext cx="7691" cy="5625"/>
            </a:xfrm>
            <a:prstGeom prst="rect">
              <a:avLst/>
            </a:prstGeom>
          </p:spPr>
        </p:pic>
        <p:pic>
          <p:nvPicPr>
            <p:cNvPr id="8" name="图片 7" descr="1ed02906-1330-4c33-9381-facfd9c47c82"/>
            <p:cNvPicPr>
              <a:picLocks noChangeAspect="1"/>
            </p:cNvPicPr>
            <p:nvPr/>
          </p:nvPicPr>
          <p:blipFill>
            <a:blip r:embed="rId2"/>
            <a:srcRect l="10481"/>
            <a:stretch>
              <a:fillRect/>
            </a:stretch>
          </p:blipFill>
          <p:spPr>
            <a:xfrm>
              <a:off x="9317" y="0"/>
              <a:ext cx="7251" cy="10800"/>
            </a:xfrm>
            <a:prstGeom prst="rect">
              <a:avLst/>
            </a:prstGeom>
          </p:spPr>
        </p:pic>
        <p:pic>
          <p:nvPicPr>
            <p:cNvPr id="9" name="图片 8" descr="9bd1f0c0-d281-4112-b7d6-0e6d9331c9da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7" y="5625"/>
              <a:ext cx="7690" cy="5175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13745" y="2450"/>
              <a:ext cx="2004" cy="5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flexible tube</a:t>
              </a:r>
              <a:endParaRPr lang="en-US" altLang="zh-CN" sz="1400" b="1">
                <a:sym typeface="+mn-ea"/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 flipH="1">
              <a:off x="12410" y="2692"/>
              <a:ext cx="1335" cy="43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2063" y="5838"/>
              <a:ext cx="2180" cy="5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stepper motors</a:t>
              </a:r>
              <a:endParaRPr lang="en-US" altLang="zh-CN" sz="1400" b="1">
                <a:sym typeface="+mn-ea"/>
              </a:endParaRPr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4243" y="6080"/>
              <a:ext cx="907" cy="14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9437" y="4386"/>
              <a:ext cx="2180" cy="5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red laser source</a:t>
              </a:r>
              <a:endParaRPr lang="en-US" altLang="zh-CN" sz="1400" b="1">
                <a:sym typeface="+mn-ea"/>
              </a:endParaRPr>
            </a:p>
          </p:txBody>
        </p:sp>
        <p:cxnSp>
          <p:nvCxnSpPr>
            <p:cNvPr id="23" name="直接箭头连接符 22"/>
            <p:cNvCxnSpPr/>
            <p:nvPr/>
          </p:nvCxnSpPr>
          <p:spPr>
            <a:xfrm flipV="1">
              <a:off x="11617" y="4057"/>
              <a:ext cx="775" cy="57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13328" y="8214"/>
              <a:ext cx="2421" cy="5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fixed RGB camera</a:t>
              </a:r>
              <a:endParaRPr lang="en-US" altLang="zh-CN" sz="1400" b="1">
                <a:sym typeface="+mn-ea"/>
              </a:endParaRPr>
            </a:p>
          </p:txBody>
        </p:sp>
        <p:cxnSp>
          <p:nvCxnSpPr>
            <p:cNvPr id="25" name="直接箭头连接符 24"/>
            <p:cNvCxnSpPr/>
            <p:nvPr/>
          </p:nvCxnSpPr>
          <p:spPr>
            <a:xfrm flipH="1" flipV="1">
              <a:off x="12447" y="7521"/>
              <a:ext cx="881" cy="9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7737" y="8214"/>
              <a:ext cx="2181" cy="5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controller board</a:t>
              </a:r>
              <a:endParaRPr lang="en-US" altLang="zh-CN" sz="1400" b="1">
                <a:sym typeface="+mn-ea"/>
              </a:endParaRPr>
            </a:p>
          </p:txBody>
        </p:sp>
        <p:cxnSp>
          <p:nvCxnSpPr>
            <p:cNvPr id="27" name="直接箭头连接符 26"/>
            <p:cNvCxnSpPr/>
            <p:nvPr/>
          </p:nvCxnSpPr>
          <p:spPr>
            <a:xfrm flipH="1" flipV="1">
              <a:off x="6195" y="7740"/>
              <a:ext cx="1542" cy="71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1940" y="9609"/>
              <a:ext cx="1912" cy="5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power supply</a:t>
              </a:r>
              <a:endParaRPr lang="en-US" altLang="zh-CN" sz="1400" b="1">
                <a:sym typeface="+mn-ea"/>
              </a:endParaRPr>
            </a:p>
          </p:txBody>
        </p:sp>
        <p:cxnSp>
          <p:nvCxnSpPr>
            <p:cNvPr id="29" name="直接箭头连接符 28"/>
            <p:cNvCxnSpPr>
              <a:stCxn id="28" idx="3"/>
            </p:cNvCxnSpPr>
            <p:nvPr/>
          </p:nvCxnSpPr>
          <p:spPr>
            <a:xfrm flipV="1">
              <a:off x="3852" y="9021"/>
              <a:ext cx="1428" cy="84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6801" y="5838"/>
              <a:ext cx="1701" cy="86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laser power supply</a:t>
              </a:r>
              <a:endParaRPr lang="en-US" altLang="zh-CN" sz="1400" b="1">
                <a:sym typeface="+mn-ea"/>
              </a:endParaRPr>
            </a:p>
          </p:txBody>
        </p:sp>
        <p:cxnSp>
          <p:nvCxnSpPr>
            <p:cNvPr id="35" name="直接箭头连接符 34"/>
            <p:cNvCxnSpPr>
              <a:stCxn id="30" idx="1"/>
            </p:cNvCxnSpPr>
            <p:nvPr/>
          </p:nvCxnSpPr>
          <p:spPr>
            <a:xfrm flipH="1">
              <a:off x="4180" y="6271"/>
              <a:ext cx="2621" cy="90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14121" y="6458"/>
              <a:ext cx="2165" cy="5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projection plate</a:t>
              </a:r>
              <a:endParaRPr lang="en-US" altLang="zh-CN" sz="1400" b="1">
                <a:sym typeface="+mn-ea"/>
              </a:endParaRPr>
            </a:p>
          </p:txBody>
        </p:sp>
        <p:cxnSp>
          <p:nvCxnSpPr>
            <p:cNvPr id="37" name="直接箭头连接符 36"/>
            <p:cNvCxnSpPr>
              <a:stCxn id="36" idx="1"/>
            </p:cNvCxnSpPr>
            <p:nvPr/>
          </p:nvCxnSpPr>
          <p:spPr>
            <a:xfrm flipH="1" flipV="1">
              <a:off x="13062" y="5593"/>
              <a:ext cx="1059" cy="112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9647" y="2692"/>
              <a:ext cx="1138" cy="5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cables</a:t>
              </a:r>
              <a:endParaRPr lang="en-US" altLang="zh-CN" sz="1400" b="1">
                <a:sym typeface="+mn-ea"/>
              </a:endParaRPr>
            </a:p>
          </p:txBody>
        </p:sp>
        <p:cxnSp>
          <p:nvCxnSpPr>
            <p:cNvPr id="39" name="直接箭头连接符 38"/>
            <p:cNvCxnSpPr/>
            <p:nvPr/>
          </p:nvCxnSpPr>
          <p:spPr>
            <a:xfrm>
              <a:off x="10785" y="2934"/>
              <a:ext cx="1854" cy="70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7807" y="2780"/>
              <a:ext cx="1138" cy="5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joint 1</a:t>
              </a:r>
              <a:endParaRPr lang="en-US" altLang="zh-CN" sz="1400" b="1"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940" y="1224"/>
              <a:ext cx="1138" cy="5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joint 3</a:t>
              </a:r>
              <a:endParaRPr lang="en-US" altLang="zh-CN" sz="1400" b="1">
                <a:sym typeface="+mn-ea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8012" y="837"/>
              <a:ext cx="1138" cy="5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joint 2</a:t>
              </a:r>
              <a:endParaRPr lang="en-US" altLang="zh-CN" sz="1400" b="1">
                <a:sym typeface="+mn-ea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929" y="3903"/>
              <a:ext cx="1149" cy="5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sym typeface="+mn-ea"/>
                </a:rPr>
                <a:t>stylus</a:t>
              </a:r>
              <a:endParaRPr lang="en-US" altLang="zh-CN" sz="1400" b="1">
                <a:sym typeface="+mn-ea"/>
              </a:endParaRPr>
            </a:p>
          </p:txBody>
        </p:sp>
        <p:cxnSp>
          <p:nvCxnSpPr>
            <p:cNvPr id="44" name="直接箭头连接符 43"/>
            <p:cNvCxnSpPr/>
            <p:nvPr/>
          </p:nvCxnSpPr>
          <p:spPr>
            <a:xfrm flipH="1" flipV="1">
              <a:off x="6537" y="2595"/>
              <a:ext cx="1270" cy="42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stCxn id="42" idx="1"/>
            </p:cNvCxnSpPr>
            <p:nvPr/>
          </p:nvCxnSpPr>
          <p:spPr>
            <a:xfrm flipH="1">
              <a:off x="6180" y="1092"/>
              <a:ext cx="1832" cy="14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41" idx="3"/>
            </p:cNvCxnSpPr>
            <p:nvPr/>
          </p:nvCxnSpPr>
          <p:spPr>
            <a:xfrm flipV="1">
              <a:off x="3079" y="1106"/>
              <a:ext cx="798" cy="37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43" idx="3"/>
            </p:cNvCxnSpPr>
            <p:nvPr/>
          </p:nvCxnSpPr>
          <p:spPr>
            <a:xfrm flipV="1">
              <a:off x="3078" y="3421"/>
              <a:ext cx="1086" cy="73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WPS 演示</Application>
  <PresentationFormat>宽屏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</dc:creator>
  <cp:lastModifiedBy>悲神寂圣</cp:lastModifiedBy>
  <cp:revision>11</cp:revision>
  <dcterms:created xsi:type="dcterms:W3CDTF">2023-08-09T12:44:00Z</dcterms:created>
  <dcterms:modified xsi:type="dcterms:W3CDTF">2026-09-19T09:41:27Z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1A075D1A0B6A46559DB9B5A606CDCCC3_13</vt:lpwstr>
  </property>
</Properties>
</file>